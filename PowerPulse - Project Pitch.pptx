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E97BD2-6189-4AF2-98A8-F949986FC1B3}">
  <a:tblStyle styleId="{1DE97BD2-6189-4AF2-98A8-F949986FC1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aleway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c696573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c696573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c6965732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c6965732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c6965732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c6965732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c6965732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c6965732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c6965732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c6965732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c6965732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c6965732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7835e0c7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7835e0c7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7835e0c7a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7835e0c7a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7835e0c7a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7835e0c7a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7835e0c7a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7835e0c7a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7835e0c7a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7835e0c7a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7835e0c7a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7835e0c7a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www.youtube.com/watch?v=Fu2_qmyn0Wg" TargetMode="External"/><Relationship Id="rId4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an Effective Power Draw Measurement Device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Edgar Guzman, eiguzman@ucsd.edu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02324" y="773338"/>
            <a:ext cx="37743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Vision / Motivation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325325" y="1400450"/>
            <a:ext cx="3999900" cy="33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 effective measurement device for power delivery in desktop computers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goal is to graph power draw (in Watts) over time during a GPU stress test to detect anomalies/spikes in power draw.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Socket PDMs exist, but only measure wall power draw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Shunt mods for computer components exist, but at the risk of breaking warranties.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Without proper circuit configuration, failures can cost from $30 upwards to thousands of dollars in desktop components.</a:t>
            </a:r>
            <a:endParaRPr/>
          </a:p>
        </p:txBody>
      </p:sp>
      <p:sp>
        <p:nvSpPr>
          <p:cNvPr id="94" name="Google Shape;94;p1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50" y="915675"/>
            <a:ext cx="3851200" cy="382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36263" y="766826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 / IoT integration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729450" y="1302025"/>
            <a:ext cx="76887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Integrating the following sensors: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Hall-effect sensors/shunt resistors (INA219 for low power applications)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Current, voltage, and Power sensors (INA260)</a:t>
            </a:r>
            <a:r>
              <a:rPr lang="en"/>
              <a:t>, allowing for measurable electric sig</a:t>
            </a:r>
            <a:r>
              <a:rPr lang="en"/>
              <a:t>nals.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prevent damage to high-value components, use 10-15A fuses.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LCD / OLED screen for real-time data accessibility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Transfer data to desktop via USB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Buzzer module used for warning, signaling high current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process data locally, Bluetooth modules can transmit data without interference from other WiFi signal users.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Use data science tools to create graphs  or implement desktop applications to do this automatically after tests.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34462" y="757713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Flowchart</a:t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061" y="525775"/>
            <a:ext cx="5045675" cy="46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>
            <a:off x="741850" y="1748125"/>
            <a:ext cx="2264100" cy="30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GPU draws power from PSU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Power rerouted to INA260 via modified PCIe cable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Arduino reads power draw from INA260 via I2C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Sampling rate logs total power draw in Watts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Data sent to desktop for time-series graphing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52524" y="774389"/>
            <a:ext cx="7597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5" name="Google Shape;115;p17"/>
          <p:cNvGraphicFramePr/>
          <p:nvPr/>
        </p:nvGraphicFramePr>
        <p:xfrm>
          <a:off x="0" y="135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{1DE97BD2-6189-4AF2-98A8-F949986FC1B3}</a:tableStyleId>
              </a:tblPr>
              <a:tblGrid>
                <a:gridCol w="1306275"/>
                <a:gridCol w="1306275"/>
                <a:gridCol w="1306275"/>
                <a:gridCol w="1306275"/>
                <a:gridCol w="1306275"/>
                <a:gridCol w="1306275"/>
                <a:gridCol w="1306275"/>
              </a:tblGrid>
              <a:tr h="54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66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Hardware Design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66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Circuit validation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66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 Gathering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66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 Training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59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Validation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729462" y="7600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729450" y="1339275"/>
            <a:ext cx="7688700" cy="30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Arduino Uno microcontroller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Current/Voltage/ Power sensors (INA260)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LCD / OLED display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PCIe 12v 8-pin Connector, M to 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Connecting wires/ breadboard/ PCB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USB, microcontroller to Desktop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Failsafe: 10-15A Fuse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ctrTitle"/>
          </p:nvPr>
        </p:nvSpPr>
        <p:spPr>
          <a:xfrm>
            <a:off x="267550" y="1322450"/>
            <a:ext cx="59835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PowerPulse - A </a:t>
            </a:r>
            <a:r>
              <a:rPr lang="en"/>
              <a:t>Power Draw Measurement Device for Desktop GPUs</a:t>
            </a:r>
            <a:endParaRPr/>
          </a:p>
        </p:txBody>
      </p:sp>
      <p:sp>
        <p:nvSpPr>
          <p:cNvPr id="127" name="Google Shape;127;p19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Edgar Guzman, eiguzman@ucsd.edu</a:t>
            </a:r>
            <a:endParaRPr/>
          </a:p>
        </p:txBody>
      </p:sp>
      <p:pic>
        <p:nvPicPr>
          <p:cNvPr id="128" name="Google Shape;128;p19" title="image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9852" y="858025"/>
            <a:ext cx="2215950" cy="3939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02324" y="773338"/>
            <a:ext cx="37743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Vision / Motivation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325325" y="1400450"/>
            <a:ext cx="3999900" cy="33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 effective measurement device for power delivery in desktop computers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goal is to graph power draw (in Watts) over time during a GPU stress test to detect anomalies/spikes in power draw.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Socket PDMs exist, but only measure wall power draw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Shunt mods for computer components exist, but at the risk of breaking warranties.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Without proper circuit configuration, failures can cost from $30 upwards to thousands of dollars in desktop components.</a:t>
            </a:r>
            <a:endParaRPr/>
          </a:p>
        </p:txBody>
      </p:sp>
      <p:sp>
        <p:nvSpPr>
          <p:cNvPr id="135" name="Google Shape;135;p20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50" y="915675"/>
            <a:ext cx="3851200" cy="382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736263" y="766826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 / IoT integration</a:t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729450" y="1302025"/>
            <a:ext cx="34746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Integrating the following sensors: 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INA260 For Voltage, Current, and Power monitoring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LCD screen for real-time data accessibility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Potentiometer for screen dimming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Green LED -Power on</a:t>
            </a:r>
            <a:endParaRPr sz="1700"/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4950381" y="1302025"/>
            <a:ext cx="34746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Red LED - Flashing Warning; Danger threshold monitor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Button and RGB LED - Mode switcher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PCIe Extension cable to connect to PSU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Data collection via USB serial ports to laptop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734462" y="757713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Flowchart</a:t>
            </a:r>
            <a:endParaRPr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061" y="525775"/>
            <a:ext cx="5045675" cy="46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/>
          <p:nvPr/>
        </p:nvSpPr>
        <p:spPr>
          <a:xfrm>
            <a:off x="741850" y="1748125"/>
            <a:ext cx="2264100" cy="30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GPU draws power from PSU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Power rerouted to INA260 via modified PCIe cable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Arduino reads power draw from INA260 via I2C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Sampling rate logs voltage, current, and power draw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Data sent to desktop for time-series graphing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Link</a:t>
            </a:r>
            <a:endParaRPr/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-8" y="4671590"/>
            <a:ext cx="76887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https://youtu.be/Fu2_qmyn0Wg</a:t>
            </a:r>
            <a:endParaRPr/>
          </a:p>
        </p:txBody>
      </p:sp>
      <p:pic>
        <p:nvPicPr>
          <p:cNvPr id="157" name="Google Shape;157;p23" title="PowerPulse - DSC190 Final Project Dem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8701" y="951500"/>
            <a:ext cx="6023950" cy="338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Anomaly Detection - Rolling Average smoothing</a:t>
            </a:r>
            <a:endParaRPr/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" y="1853849"/>
            <a:ext cx="9144000" cy="328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